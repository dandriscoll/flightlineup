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85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315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6" r:id="rId24"/>
    <p:sldId id="307" r:id="rId25"/>
    <p:sldId id="308" r:id="rId26"/>
    <p:sldId id="309" r:id="rId27"/>
    <p:sldId id="310" r:id="rId28"/>
    <p:sldId id="317" r:id="rId29"/>
    <p:sldId id="319" r:id="rId30"/>
    <p:sldId id="318" r:id="rId31"/>
    <p:sldId id="311" r:id="rId32"/>
    <p:sldId id="312" r:id="rId33"/>
    <p:sldId id="313" r:id="rId34"/>
    <p:sldId id="314" r:id="rId35"/>
    <p:sldId id="320" r:id="rId36"/>
    <p:sldId id="322" r:id="rId37"/>
    <p:sldId id="327" r:id="rId38"/>
    <p:sldId id="328" r:id="rId39"/>
    <p:sldId id="324" r:id="rId40"/>
    <p:sldId id="329" r:id="rId41"/>
    <p:sldId id="330" r:id="rId42"/>
    <p:sldId id="331" r:id="rId43"/>
    <p:sldId id="339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40" r:id="rId52"/>
    <p:sldId id="341" r:id="rId53"/>
    <p:sldId id="342" r:id="rId54"/>
    <p:sldId id="343" r:id="rId55"/>
    <p:sldId id="344" r:id="rId56"/>
    <p:sldId id="345" r:id="rId57"/>
    <p:sldId id="346" r:id="rId58"/>
    <p:sldId id="350" r:id="rId59"/>
    <p:sldId id="349" r:id="rId60"/>
    <p:sldId id="348" r:id="rId61"/>
    <p:sldId id="347" r:id="rId62"/>
    <p:sldId id="370" r:id="rId63"/>
    <p:sldId id="352" r:id="rId64"/>
    <p:sldId id="353" r:id="rId65"/>
    <p:sldId id="354" r:id="rId66"/>
    <p:sldId id="364" r:id="rId67"/>
    <p:sldId id="356" r:id="rId68"/>
    <p:sldId id="365" r:id="rId69"/>
    <p:sldId id="366" r:id="rId70"/>
    <p:sldId id="367" r:id="rId71"/>
    <p:sldId id="368" r:id="rId72"/>
    <p:sldId id="369" r:id="rId73"/>
  </p:sldIdLst>
  <p:sldSz cx="36576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4FF"/>
    <a:srgbClr val="000000"/>
    <a:srgbClr val="00B05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4" autoAdjust="0"/>
    <p:restoredTop sz="94660"/>
  </p:normalViewPr>
  <p:slideViewPr>
    <p:cSldViewPr snapToGrid="0">
      <p:cViewPr varScale="1">
        <p:scale>
          <a:sx n="251" d="100"/>
          <a:sy n="251" d="100"/>
        </p:scale>
        <p:origin x="2983" y="3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98593"/>
            <a:ext cx="3108960" cy="1273387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921087"/>
            <a:ext cx="2743200" cy="883073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0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6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911861"/>
            <a:ext cx="3154680" cy="15214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447714"/>
            <a:ext cx="3154680" cy="8001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63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3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94734"/>
            <a:ext cx="315468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896620"/>
            <a:ext cx="154733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336040"/>
            <a:ext cx="154733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896620"/>
            <a:ext cx="155495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336040"/>
            <a:ext cx="155495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9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4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2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526627"/>
            <a:ext cx="1851660" cy="2599267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58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526627"/>
            <a:ext cx="1851660" cy="2599267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1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2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94733"/>
            <a:ext cx="78867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94733"/>
            <a:ext cx="232029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49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94734"/>
            <a:ext cx="315468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973666"/>
            <a:ext cx="315468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7E7D5-A35D-4341-9652-634D2DEE1DF8}" type="datetimeFigureOut">
              <a:rPr lang="en-US" smtClean="0"/>
              <a:t>2025-04-22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A83EA-3933-4837-9EDA-FAB202102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5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logo&#10;&#10;Description automatically generated">
            <a:extLst>
              <a:ext uri="{FF2B5EF4-FFF2-40B4-BE49-F238E27FC236}">
                <a16:creationId xmlns:a16="http://schemas.microsoft.com/office/drawing/2014/main" id="{D31685CD-162E-8A43-C724-444282A1D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6" r="5268" b="65982"/>
          <a:stretch/>
        </p:blipFill>
        <p:spPr>
          <a:xfrm>
            <a:off x="1" y="2300690"/>
            <a:ext cx="3657600" cy="13569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40012-0270-1C68-E218-0C064162FEFD}"/>
              </a:ext>
            </a:extLst>
          </p:cNvPr>
          <p:cNvSpPr txBox="1"/>
          <p:nvPr/>
        </p:nvSpPr>
        <p:spPr>
          <a:xfrm>
            <a:off x="0" y="34119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Sitka Heading" pitchFamily="2" charset="0"/>
              </a:rPr>
              <a:t>M O </a:t>
            </a:r>
            <a:r>
              <a:rPr lang="en-US" sz="4400" dirty="0" err="1">
                <a:latin typeface="Sitka Heading" pitchFamily="2" charset="0"/>
              </a:rPr>
              <a:t>O</a:t>
            </a:r>
            <a:r>
              <a:rPr lang="en-US" sz="4400" dirty="0">
                <a:latin typeface="Sitka Heading" pitchFamily="2" charset="0"/>
              </a:rPr>
              <a:t> N E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854140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M20</a:t>
            </a:r>
          </a:p>
        </p:txBody>
      </p:sp>
    </p:spTree>
    <p:extLst>
      <p:ext uri="{BB962C8B-B14F-4D97-AF65-F5344CB8AC3E}">
        <p14:creationId xmlns:p14="http://schemas.microsoft.com/office/powerpoint/2010/main" val="3388184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201DE739-4CD2-80CC-5A02-BCFF0C23A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81"/>
          <a:stretch/>
        </p:blipFill>
        <p:spPr>
          <a:xfrm>
            <a:off x="591936" y="41442"/>
            <a:ext cx="2473728" cy="26446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DDD3D-B6D4-C894-C9D5-44F5EA15350A}"/>
              </a:ext>
            </a:extLst>
          </p:cNvPr>
          <p:cNvSpPr txBox="1"/>
          <p:nvPr/>
        </p:nvSpPr>
        <p:spPr>
          <a:xfrm>
            <a:off x="0" y="2546206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Sitka Heading" pitchFamily="2" charset="0"/>
              </a:rPr>
              <a:t>Bonanza</a:t>
            </a:r>
          </a:p>
        </p:txBody>
      </p:sp>
    </p:spTree>
    <p:extLst>
      <p:ext uri="{BB962C8B-B14F-4D97-AF65-F5344CB8AC3E}">
        <p14:creationId xmlns:p14="http://schemas.microsoft.com/office/powerpoint/2010/main" val="28646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for a company&#10;&#10;Description automatically generated">
            <a:extLst>
              <a:ext uri="{FF2B5EF4-FFF2-40B4-BE49-F238E27FC236}">
                <a16:creationId xmlns:a16="http://schemas.microsoft.com/office/drawing/2014/main" id="{8CDA120B-6AA7-148A-9809-8AFD5C3D0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3" t="13580" r="35261" b="44677"/>
          <a:stretch/>
        </p:blipFill>
        <p:spPr>
          <a:xfrm>
            <a:off x="587706" y="63991"/>
            <a:ext cx="2482188" cy="21565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F6A915-FCB9-F06C-E5E7-B5E67CF0FDD0}"/>
              </a:ext>
            </a:extLst>
          </p:cNvPr>
          <p:cNvSpPr txBox="1"/>
          <p:nvPr/>
        </p:nvSpPr>
        <p:spPr>
          <a:xfrm>
            <a:off x="0" y="2220526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Posterama" panose="020B0504020200020000" pitchFamily="34" charset="0"/>
                <a:cs typeface="Posterama" panose="020B0504020200020000" pitchFamily="34" charset="0"/>
              </a:rPr>
              <a:t>RV</a:t>
            </a:r>
          </a:p>
        </p:txBody>
      </p:sp>
    </p:spTree>
    <p:extLst>
      <p:ext uri="{BB962C8B-B14F-4D97-AF65-F5344CB8AC3E}">
        <p14:creationId xmlns:p14="http://schemas.microsoft.com/office/powerpoint/2010/main" val="208793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text on a white background&#10;&#10;Description automatically generated">
            <a:extLst>
              <a:ext uri="{FF2B5EF4-FFF2-40B4-BE49-F238E27FC236}">
                <a16:creationId xmlns:a16="http://schemas.microsoft.com/office/drawing/2014/main" id="{2D3034AD-5F26-F7CD-EEF2-B78CEE6DB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84" b="34026"/>
          <a:stretch/>
        </p:blipFill>
        <p:spPr>
          <a:xfrm>
            <a:off x="297262" y="2470246"/>
            <a:ext cx="3189741" cy="915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F6A915-FCB9-F06C-E5E7-B5E67CF0FDD0}"/>
              </a:ext>
            </a:extLst>
          </p:cNvPr>
          <p:cNvSpPr txBox="1"/>
          <p:nvPr/>
        </p:nvSpPr>
        <p:spPr>
          <a:xfrm>
            <a:off x="0" y="1436097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Posterama" panose="020B0504020200020000" pitchFamily="34" charset="0"/>
                <a:cs typeface="Posterama" panose="020B0504020200020000" pitchFamily="34" charset="0"/>
              </a:rPr>
              <a:t>PA-24</a:t>
            </a:r>
          </a:p>
        </p:txBody>
      </p:sp>
      <p:pic>
        <p:nvPicPr>
          <p:cNvPr id="1028" name="Picture 4" descr="Download Piper Aircraft Logo in SVG Vector or PNG File Format - Logo.wine">
            <a:extLst>
              <a:ext uri="{FF2B5EF4-FFF2-40B4-BE49-F238E27FC236}">
                <a16:creationId xmlns:a16="http://schemas.microsoft.com/office/drawing/2014/main" id="{116D50A3-A986-50AF-BB07-0469278AA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2" t="23062" r="14888" b="22281"/>
          <a:stretch/>
        </p:blipFill>
        <p:spPr bwMode="auto">
          <a:xfrm>
            <a:off x="694541" y="210782"/>
            <a:ext cx="2268517" cy="111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44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71DB3-EC3B-EC18-9E1A-9292449F68DE}"/>
              </a:ext>
            </a:extLst>
          </p:cNvPr>
          <p:cNvSpPr txBox="1"/>
          <p:nvPr/>
        </p:nvSpPr>
        <p:spPr>
          <a:xfrm>
            <a:off x="0" y="2874652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Bahnschrift" panose="020B0502040204020203" pitchFamily="34" charset="0"/>
                <a:cs typeface="Posterama" panose="020B0504020200020000" pitchFamily="34" charset="0"/>
              </a:rPr>
              <a:t>C I R </a:t>
            </a:r>
            <a:r>
              <a:rPr lang="en-US" sz="4000" b="1" dirty="0" err="1">
                <a:latin typeface="Bahnschrift" panose="020B0502040204020203" pitchFamily="34" charset="0"/>
                <a:cs typeface="Posterama" panose="020B0504020200020000" pitchFamily="34" charset="0"/>
              </a:rPr>
              <a:t>R</a:t>
            </a:r>
            <a:r>
              <a:rPr lang="en-US" sz="4000" b="1" dirty="0">
                <a:latin typeface="Bahnschrift" panose="020B0502040204020203" pitchFamily="34" charset="0"/>
                <a:cs typeface="Posterama" panose="020B0504020200020000" pitchFamily="34" charset="0"/>
              </a:rPr>
              <a:t> U 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68BBE7-6ACB-7FE2-4C2D-79B61F564F28}"/>
              </a:ext>
            </a:extLst>
          </p:cNvPr>
          <p:cNvGrpSpPr/>
          <p:nvPr/>
        </p:nvGrpSpPr>
        <p:grpSpPr>
          <a:xfrm>
            <a:off x="334276" y="0"/>
            <a:ext cx="2989047" cy="2947917"/>
            <a:chOff x="513497" y="37530"/>
            <a:chExt cx="2630606" cy="2594408"/>
          </a:xfrm>
        </p:grpSpPr>
        <p:pic>
          <p:nvPicPr>
            <p:cNvPr id="2056" name="Picture 8" descr="Airframes and Engines - Aeropole Aircraft Maintenance">
              <a:extLst>
                <a:ext uri="{FF2B5EF4-FFF2-40B4-BE49-F238E27FC236}">
                  <a16:creationId xmlns:a16="http://schemas.microsoft.com/office/drawing/2014/main" id="{E9EC3C8D-79BE-E319-1C5B-2DB19728F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2" t="14830" r="76772" b="15156"/>
            <a:stretch/>
          </p:blipFill>
          <p:spPr bwMode="auto">
            <a:xfrm>
              <a:off x="513497" y="37530"/>
              <a:ext cx="2630606" cy="259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0CF641-7B71-EDCF-807B-2E9781881921}"/>
                </a:ext>
              </a:extLst>
            </p:cNvPr>
            <p:cNvSpPr/>
            <p:nvPr/>
          </p:nvSpPr>
          <p:spPr>
            <a:xfrm>
              <a:off x="2535072" y="2118814"/>
              <a:ext cx="180832" cy="170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1260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169840"/>
            <a:ext cx="3657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Posterama" panose="020B0504020200020000" pitchFamily="34" charset="0"/>
                <a:cs typeface="Posterama" panose="020B0504020200020000" pitchFamily="34" charset="0"/>
              </a:rPr>
              <a:t>M20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13814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150hp</a:t>
            </a:r>
          </a:p>
        </p:txBody>
      </p:sp>
    </p:spTree>
    <p:extLst>
      <p:ext uri="{BB962C8B-B14F-4D97-AF65-F5344CB8AC3E}">
        <p14:creationId xmlns:p14="http://schemas.microsoft.com/office/powerpoint/2010/main" val="394596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67733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602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180hp</a:t>
            </a:r>
          </a:p>
        </p:txBody>
      </p:sp>
    </p:spTree>
    <p:extLst>
      <p:ext uri="{BB962C8B-B14F-4D97-AF65-F5344CB8AC3E}">
        <p14:creationId xmlns:p14="http://schemas.microsoft.com/office/powerpoint/2010/main" val="3721856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67733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602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180hp</a:t>
            </a:r>
          </a:p>
        </p:txBody>
      </p:sp>
    </p:spTree>
    <p:extLst>
      <p:ext uri="{BB962C8B-B14F-4D97-AF65-F5344CB8AC3E}">
        <p14:creationId xmlns:p14="http://schemas.microsoft.com/office/powerpoint/2010/main" val="330516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180hp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Ranger</a:t>
            </a:r>
          </a:p>
        </p:txBody>
      </p:sp>
    </p:spTree>
    <p:extLst>
      <p:ext uri="{BB962C8B-B14F-4D97-AF65-F5344CB8AC3E}">
        <p14:creationId xmlns:p14="http://schemas.microsoft.com/office/powerpoint/2010/main" val="40965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180hp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164073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200hp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314158"/>
            <a:ext cx="3657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</a:rPr>
              <a:t>Super 21</a:t>
            </a:r>
          </a:p>
        </p:txBody>
      </p:sp>
    </p:spTree>
    <p:extLst>
      <p:ext uri="{BB962C8B-B14F-4D97-AF65-F5344CB8AC3E}">
        <p14:creationId xmlns:p14="http://schemas.microsoft.com/office/powerpoint/2010/main" val="231034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200hp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388604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Executive</a:t>
            </a:r>
          </a:p>
        </p:txBody>
      </p:sp>
    </p:spTree>
    <p:extLst>
      <p:ext uri="{BB962C8B-B14F-4D97-AF65-F5344CB8AC3E}">
        <p14:creationId xmlns:p14="http://schemas.microsoft.com/office/powerpoint/2010/main" val="111792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>
                <a:latin typeface="Cambria" panose="02040503050406030204" pitchFamily="18" charset="0"/>
                <a:ea typeface="Cambria" panose="02040503050406030204" pitchFamily="18" charset="0"/>
              </a:rPr>
              <a:t>180hp</a:t>
            </a:r>
            <a:endParaRPr lang="en-US" sz="8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443195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Statesman</a:t>
            </a:r>
          </a:p>
        </p:txBody>
      </p:sp>
    </p:spTree>
    <p:extLst>
      <p:ext uri="{BB962C8B-B14F-4D97-AF65-F5344CB8AC3E}">
        <p14:creationId xmlns:p14="http://schemas.microsoft.com/office/powerpoint/2010/main" val="3396993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200hp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201</a:t>
            </a:r>
          </a:p>
        </p:txBody>
      </p:sp>
    </p:spTree>
    <p:extLst>
      <p:ext uri="{BB962C8B-B14F-4D97-AF65-F5344CB8AC3E}">
        <p14:creationId xmlns:p14="http://schemas.microsoft.com/office/powerpoint/2010/main" val="3707236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200hp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205</a:t>
            </a:r>
          </a:p>
        </p:txBody>
      </p:sp>
    </p:spTree>
    <p:extLst>
      <p:ext uri="{BB962C8B-B14F-4D97-AF65-F5344CB8AC3E}">
        <p14:creationId xmlns:p14="http://schemas.microsoft.com/office/powerpoint/2010/main" val="4240649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300hp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96447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Missile</a:t>
            </a:r>
          </a:p>
        </p:txBody>
      </p:sp>
    </p:spTree>
    <p:extLst>
      <p:ext uri="{BB962C8B-B14F-4D97-AF65-F5344CB8AC3E}">
        <p14:creationId xmlns:p14="http://schemas.microsoft.com/office/powerpoint/2010/main" val="2858016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210hp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231</a:t>
            </a:r>
          </a:p>
        </p:txBody>
      </p:sp>
    </p:spTree>
    <p:extLst>
      <p:ext uri="{BB962C8B-B14F-4D97-AF65-F5344CB8AC3E}">
        <p14:creationId xmlns:p14="http://schemas.microsoft.com/office/powerpoint/2010/main" val="2081230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210hp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252</a:t>
            </a:r>
          </a:p>
        </p:txBody>
      </p:sp>
    </p:spTree>
    <p:extLst>
      <p:ext uri="{BB962C8B-B14F-4D97-AF65-F5344CB8AC3E}">
        <p14:creationId xmlns:p14="http://schemas.microsoft.com/office/powerpoint/2010/main" val="2317267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220hp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511434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252 Encore</a:t>
            </a:r>
          </a:p>
        </p:txBody>
      </p:sp>
    </p:spTree>
    <p:extLst>
      <p:ext uri="{BB962C8B-B14F-4D97-AF65-F5344CB8AC3E}">
        <p14:creationId xmlns:p14="http://schemas.microsoft.com/office/powerpoint/2010/main" val="445823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305hp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96447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Rocket</a:t>
            </a:r>
          </a:p>
        </p:txBody>
      </p:sp>
    </p:spTree>
    <p:extLst>
      <p:ext uri="{BB962C8B-B14F-4D97-AF65-F5344CB8AC3E}">
        <p14:creationId xmlns:p14="http://schemas.microsoft.com/office/powerpoint/2010/main" val="1417795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217hp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2203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PFM</a:t>
            </a:r>
          </a:p>
        </p:txBody>
      </p:sp>
    </p:spTree>
    <p:extLst>
      <p:ext uri="{BB962C8B-B14F-4D97-AF65-F5344CB8AC3E}">
        <p14:creationId xmlns:p14="http://schemas.microsoft.com/office/powerpoint/2010/main" val="3144514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110153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M20M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270hp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469066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TLS Bravo</a:t>
            </a:r>
          </a:p>
        </p:txBody>
      </p:sp>
    </p:spTree>
    <p:extLst>
      <p:ext uri="{BB962C8B-B14F-4D97-AF65-F5344CB8AC3E}">
        <p14:creationId xmlns:p14="http://schemas.microsoft.com/office/powerpoint/2010/main" val="1684888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280hp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89657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Ovation</a:t>
            </a:r>
          </a:p>
        </p:txBody>
      </p:sp>
    </p:spTree>
    <p:extLst>
      <p:ext uri="{BB962C8B-B14F-4D97-AF65-F5344CB8AC3E}">
        <p14:creationId xmlns:p14="http://schemas.microsoft.com/office/powerpoint/2010/main" val="681202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244hp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167080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Eagle</a:t>
            </a:r>
          </a:p>
        </p:txBody>
      </p:sp>
    </p:spTree>
    <p:extLst>
      <p:ext uri="{BB962C8B-B14F-4D97-AF65-F5344CB8AC3E}">
        <p14:creationId xmlns:p14="http://schemas.microsoft.com/office/powerpoint/2010/main" val="935949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99917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Posterama" panose="020B0504020200020000" pitchFamily="34" charset="0"/>
                <a:cs typeface="Posterama" panose="020B0504020200020000" pitchFamily="34" charset="0"/>
              </a:rPr>
              <a:t>M20TN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280hp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289657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Acclaim</a:t>
            </a:r>
          </a:p>
        </p:txBody>
      </p:sp>
    </p:spTree>
    <p:extLst>
      <p:ext uri="{BB962C8B-B14F-4D97-AF65-F5344CB8AC3E}">
        <p14:creationId xmlns:p14="http://schemas.microsoft.com/office/powerpoint/2010/main" val="1423323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280hp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511433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Ovation Ultra</a:t>
            </a:r>
          </a:p>
        </p:txBody>
      </p:sp>
    </p:spTree>
    <p:extLst>
      <p:ext uri="{BB962C8B-B14F-4D97-AF65-F5344CB8AC3E}">
        <p14:creationId xmlns:p14="http://schemas.microsoft.com/office/powerpoint/2010/main" val="368177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41914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M20V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04758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280hp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C92FE-89EE-0DA4-1402-570C73A30799}"/>
              </a:ext>
            </a:extLst>
          </p:cNvPr>
          <p:cNvSpPr txBox="1"/>
          <p:nvPr/>
        </p:nvSpPr>
        <p:spPr>
          <a:xfrm>
            <a:off x="0" y="1511433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Acclaim Ultra</a:t>
            </a:r>
          </a:p>
        </p:txBody>
      </p:sp>
    </p:spTree>
    <p:extLst>
      <p:ext uri="{BB962C8B-B14F-4D97-AF65-F5344CB8AC3E}">
        <p14:creationId xmlns:p14="http://schemas.microsoft.com/office/powerpoint/2010/main" val="3965497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169840"/>
            <a:ext cx="3657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Posterama" panose="020B0504020200020000" pitchFamily="34" charset="0"/>
                <a:cs typeface="Posterama" panose="020B0504020200020000" pitchFamily="34" charset="0"/>
              </a:rPr>
              <a:t>M20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78248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Short-body</a:t>
            </a:r>
          </a:p>
        </p:txBody>
      </p:sp>
    </p:spTree>
    <p:extLst>
      <p:ext uri="{BB962C8B-B14F-4D97-AF65-F5344CB8AC3E}">
        <p14:creationId xmlns:p14="http://schemas.microsoft.com/office/powerpoint/2010/main" val="3566962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169840"/>
            <a:ext cx="3657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Posterama" panose="020B0504020200020000" pitchFamily="34" charset="0"/>
                <a:cs typeface="Posterama" panose="020B0504020200020000" pitchFamily="34" charset="0"/>
              </a:rPr>
              <a:t>M20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185915"/>
            <a:ext cx="36576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Mid-body</a:t>
            </a:r>
          </a:p>
        </p:txBody>
      </p:sp>
    </p:spTree>
    <p:extLst>
      <p:ext uri="{BB962C8B-B14F-4D97-AF65-F5344CB8AC3E}">
        <p14:creationId xmlns:p14="http://schemas.microsoft.com/office/powerpoint/2010/main" val="3867913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169840"/>
            <a:ext cx="3657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Posterama" panose="020B0504020200020000" pitchFamily="34" charset="0"/>
                <a:cs typeface="Posterama" panose="020B0504020200020000" pitchFamily="34" charset="0"/>
              </a:rPr>
              <a:t>M20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32082"/>
            <a:ext cx="36576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Long-body</a:t>
            </a:r>
          </a:p>
        </p:txBody>
      </p:sp>
    </p:spTree>
    <p:extLst>
      <p:ext uri="{BB962C8B-B14F-4D97-AF65-F5344CB8AC3E}">
        <p14:creationId xmlns:p14="http://schemas.microsoft.com/office/powerpoint/2010/main" val="3581874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92486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PA-24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602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180hp</a:t>
            </a:r>
          </a:p>
        </p:txBody>
      </p:sp>
    </p:spTree>
    <p:extLst>
      <p:ext uri="{BB962C8B-B14F-4D97-AF65-F5344CB8AC3E}">
        <p14:creationId xmlns:p14="http://schemas.microsoft.com/office/powerpoint/2010/main" val="2711031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92486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PA-24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602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250hp</a:t>
            </a:r>
          </a:p>
        </p:txBody>
      </p:sp>
    </p:spTree>
    <p:extLst>
      <p:ext uri="{BB962C8B-B14F-4D97-AF65-F5344CB8AC3E}">
        <p14:creationId xmlns:p14="http://schemas.microsoft.com/office/powerpoint/2010/main" val="2119973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92486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PA-24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602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260hp</a:t>
            </a:r>
          </a:p>
        </p:txBody>
      </p:sp>
    </p:spTree>
    <p:extLst>
      <p:ext uri="{BB962C8B-B14F-4D97-AF65-F5344CB8AC3E}">
        <p14:creationId xmlns:p14="http://schemas.microsoft.com/office/powerpoint/2010/main" val="4222488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92486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PA-24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6026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400hp</a:t>
            </a:r>
          </a:p>
        </p:txBody>
      </p:sp>
    </p:spTree>
    <p:extLst>
      <p:ext uri="{BB962C8B-B14F-4D97-AF65-F5344CB8AC3E}">
        <p14:creationId xmlns:p14="http://schemas.microsoft.com/office/powerpoint/2010/main" val="1806412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37642"/>
            <a:ext cx="365760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</a:rPr>
              <a:t>Bonanza</a:t>
            </a:r>
          </a:p>
        </p:txBody>
      </p:sp>
    </p:spTree>
    <p:extLst>
      <p:ext uri="{BB962C8B-B14F-4D97-AF65-F5344CB8AC3E}">
        <p14:creationId xmlns:p14="http://schemas.microsoft.com/office/powerpoint/2010/main" val="4027646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73572"/>
            <a:ext cx="36576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Debonair</a:t>
            </a:r>
          </a:p>
        </p:txBody>
      </p:sp>
    </p:spTree>
    <p:extLst>
      <p:ext uri="{BB962C8B-B14F-4D97-AF65-F5344CB8AC3E}">
        <p14:creationId xmlns:p14="http://schemas.microsoft.com/office/powerpoint/2010/main" val="3264172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37642"/>
            <a:ext cx="365760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</a:rPr>
              <a:t>Bonanza</a:t>
            </a:r>
          </a:p>
        </p:txBody>
      </p:sp>
    </p:spTree>
    <p:extLst>
      <p:ext uri="{BB962C8B-B14F-4D97-AF65-F5344CB8AC3E}">
        <p14:creationId xmlns:p14="http://schemas.microsoft.com/office/powerpoint/2010/main" val="789544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337642"/>
            <a:ext cx="365760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</a:rPr>
              <a:t>Bonanza</a:t>
            </a:r>
          </a:p>
        </p:txBody>
      </p:sp>
    </p:spTree>
    <p:extLst>
      <p:ext uri="{BB962C8B-B14F-4D97-AF65-F5344CB8AC3E}">
        <p14:creationId xmlns:p14="http://schemas.microsoft.com/office/powerpoint/2010/main" val="2204348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55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98161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Baron</a:t>
            </a:r>
          </a:p>
        </p:txBody>
      </p:sp>
    </p:spTree>
    <p:extLst>
      <p:ext uri="{BB962C8B-B14F-4D97-AF65-F5344CB8AC3E}">
        <p14:creationId xmlns:p14="http://schemas.microsoft.com/office/powerpoint/2010/main" val="29902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56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98161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Baron</a:t>
            </a:r>
          </a:p>
        </p:txBody>
      </p:sp>
    </p:spTree>
    <p:extLst>
      <p:ext uri="{BB962C8B-B14F-4D97-AF65-F5344CB8AC3E}">
        <p14:creationId xmlns:p14="http://schemas.microsoft.com/office/powerpoint/2010/main" val="1814742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239102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98161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Baron</a:t>
            </a:r>
          </a:p>
        </p:txBody>
      </p:sp>
    </p:spTree>
    <p:extLst>
      <p:ext uri="{BB962C8B-B14F-4D97-AF65-F5344CB8AC3E}">
        <p14:creationId xmlns:p14="http://schemas.microsoft.com/office/powerpoint/2010/main" val="140351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225hp</a:t>
            </a:r>
          </a:p>
        </p:txBody>
      </p:sp>
    </p:spTree>
    <p:extLst>
      <p:ext uri="{BB962C8B-B14F-4D97-AF65-F5344CB8AC3E}">
        <p14:creationId xmlns:p14="http://schemas.microsoft.com/office/powerpoint/2010/main" val="2547888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260hp</a:t>
            </a:r>
          </a:p>
        </p:txBody>
      </p:sp>
    </p:spTree>
    <p:extLst>
      <p:ext uri="{BB962C8B-B14F-4D97-AF65-F5344CB8AC3E}">
        <p14:creationId xmlns:p14="http://schemas.microsoft.com/office/powerpoint/2010/main" val="25642570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285hp</a:t>
            </a:r>
          </a:p>
        </p:txBody>
      </p:sp>
    </p:spTree>
    <p:extLst>
      <p:ext uri="{BB962C8B-B14F-4D97-AF65-F5344CB8AC3E}">
        <p14:creationId xmlns:p14="http://schemas.microsoft.com/office/powerpoint/2010/main" val="10846100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185hp</a:t>
            </a:r>
          </a:p>
        </p:txBody>
      </p:sp>
    </p:spTree>
    <p:extLst>
      <p:ext uri="{BB962C8B-B14F-4D97-AF65-F5344CB8AC3E}">
        <p14:creationId xmlns:p14="http://schemas.microsoft.com/office/powerpoint/2010/main" val="799904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225hp</a:t>
            </a:r>
          </a:p>
        </p:txBody>
      </p:sp>
    </p:spTree>
    <p:extLst>
      <p:ext uri="{BB962C8B-B14F-4D97-AF65-F5344CB8AC3E}">
        <p14:creationId xmlns:p14="http://schemas.microsoft.com/office/powerpoint/2010/main" val="12463483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240hp</a:t>
            </a:r>
          </a:p>
        </p:txBody>
      </p:sp>
    </p:spTree>
    <p:extLst>
      <p:ext uri="{BB962C8B-B14F-4D97-AF65-F5344CB8AC3E}">
        <p14:creationId xmlns:p14="http://schemas.microsoft.com/office/powerpoint/2010/main" val="3112754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250hp</a:t>
            </a:r>
          </a:p>
        </p:txBody>
      </p:sp>
    </p:spTree>
    <p:extLst>
      <p:ext uri="{BB962C8B-B14F-4D97-AF65-F5344CB8AC3E}">
        <p14:creationId xmlns:p14="http://schemas.microsoft.com/office/powerpoint/2010/main" val="15671698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260hp</a:t>
            </a:r>
          </a:p>
        </p:txBody>
      </p:sp>
    </p:spTree>
    <p:extLst>
      <p:ext uri="{BB962C8B-B14F-4D97-AF65-F5344CB8AC3E}">
        <p14:creationId xmlns:p14="http://schemas.microsoft.com/office/powerpoint/2010/main" val="5085150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285hp</a:t>
            </a:r>
          </a:p>
        </p:txBody>
      </p:sp>
    </p:spTree>
    <p:extLst>
      <p:ext uri="{BB962C8B-B14F-4D97-AF65-F5344CB8AC3E}">
        <p14:creationId xmlns:p14="http://schemas.microsoft.com/office/powerpoint/2010/main" val="278835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285hp</a:t>
            </a:r>
          </a:p>
        </p:txBody>
      </p:sp>
    </p:spTree>
    <p:extLst>
      <p:ext uri="{BB962C8B-B14F-4D97-AF65-F5344CB8AC3E}">
        <p14:creationId xmlns:p14="http://schemas.microsoft.com/office/powerpoint/2010/main" val="3762671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300hp</a:t>
            </a:r>
          </a:p>
        </p:txBody>
      </p:sp>
    </p:spTree>
    <p:extLst>
      <p:ext uri="{BB962C8B-B14F-4D97-AF65-F5344CB8AC3E}">
        <p14:creationId xmlns:p14="http://schemas.microsoft.com/office/powerpoint/2010/main" val="19159864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-369907"/>
            <a:ext cx="3657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latin typeface="Myriad Pro" panose="020B0503030403020204" pitchFamily="34" charset="0"/>
                <a:cs typeface="Posterama" panose="020B0504020200020000" pitchFamily="34" charset="0"/>
              </a:rPr>
              <a:t>36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211050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325hp</a:t>
            </a:r>
          </a:p>
        </p:txBody>
      </p:sp>
    </p:spTree>
    <p:extLst>
      <p:ext uri="{BB962C8B-B14F-4D97-AF65-F5344CB8AC3E}">
        <p14:creationId xmlns:p14="http://schemas.microsoft.com/office/powerpoint/2010/main" val="1357722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09070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SR20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0453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200hp</a:t>
            </a:r>
          </a:p>
        </p:txBody>
      </p:sp>
    </p:spTree>
    <p:extLst>
      <p:ext uri="{BB962C8B-B14F-4D97-AF65-F5344CB8AC3E}">
        <p14:creationId xmlns:p14="http://schemas.microsoft.com/office/powerpoint/2010/main" val="35209456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09070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SR20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0453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215hp</a:t>
            </a:r>
          </a:p>
        </p:txBody>
      </p:sp>
    </p:spTree>
    <p:extLst>
      <p:ext uri="{BB962C8B-B14F-4D97-AF65-F5344CB8AC3E}">
        <p14:creationId xmlns:p14="http://schemas.microsoft.com/office/powerpoint/2010/main" val="18213285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09070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Posterama" panose="020B0504020200020000" pitchFamily="34" charset="0"/>
                <a:cs typeface="Posterama" panose="020B0504020200020000" pitchFamily="34" charset="0"/>
              </a:rPr>
              <a:t>SR22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0453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310hp</a:t>
            </a:r>
          </a:p>
        </p:txBody>
      </p:sp>
    </p:spTree>
    <p:extLst>
      <p:ext uri="{BB962C8B-B14F-4D97-AF65-F5344CB8AC3E}">
        <p14:creationId xmlns:p14="http://schemas.microsoft.com/office/powerpoint/2010/main" val="255358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53ECD-3942-5E38-D866-49000464D757}"/>
              </a:ext>
            </a:extLst>
          </p:cNvPr>
          <p:cNvSpPr txBox="1"/>
          <p:nvPr/>
        </p:nvSpPr>
        <p:spPr>
          <a:xfrm>
            <a:off x="0" y="309070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Posterama" panose="020B0504020200020000" pitchFamily="34" charset="0"/>
                <a:cs typeface="Posterama" panose="020B0504020200020000" pitchFamily="34" charset="0"/>
              </a:rPr>
              <a:t>SR22T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D9D25-B4C3-D97D-F8B4-AEBC4838E322}"/>
              </a:ext>
            </a:extLst>
          </p:cNvPr>
          <p:cNvSpPr txBox="1"/>
          <p:nvPr/>
        </p:nvSpPr>
        <p:spPr>
          <a:xfrm>
            <a:off x="0" y="2040453"/>
            <a:ext cx="365760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315hp</a:t>
            </a:r>
          </a:p>
        </p:txBody>
      </p:sp>
    </p:spTree>
    <p:extLst>
      <p:ext uri="{BB962C8B-B14F-4D97-AF65-F5344CB8AC3E}">
        <p14:creationId xmlns:p14="http://schemas.microsoft.com/office/powerpoint/2010/main" val="34824353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445D85D-31DE-1DA3-9334-A1A617FA1B48}"/>
              </a:ext>
            </a:extLst>
          </p:cNvPr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222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551FDC-E0EF-C89C-43D3-8175106C4C42}"/>
              </a:ext>
            </a:extLst>
          </p:cNvPr>
          <p:cNvSpPr/>
          <p:nvPr/>
        </p:nvSpPr>
        <p:spPr>
          <a:xfrm>
            <a:off x="891540" y="914400"/>
            <a:ext cx="1828800" cy="182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579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551FDC-E0EF-C89C-43D3-8175106C4C42}"/>
              </a:ext>
            </a:extLst>
          </p:cNvPr>
          <p:cNvSpPr/>
          <p:nvPr/>
        </p:nvSpPr>
        <p:spPr>
          <a:xfrm rot="2700000">
            <a:off x="891540" y="914400"/>
            <a:ext cx="1828800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29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BD9AA3-D046-0D85-569D-D10CF208FB82}"/>
              </a:ext>
            </a:extLst>
          </p:cNvPr>
          <p:cNvSpPr/>
          <p:nvPr/>
        </p:nvSpPr>
        <p:spPr>
          <a:xfrm rot="2700000">
            <a:off x="283509" y="1188719"/>
            <a:ext cx="1280160" cy="1280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51FDC-E0EF-C89C-43D3-8175106C4C42}"/>
              </a:ext>
            </a:extLst>
          </p:cNvPr>
          <p:cNvSpPr/>
          <p:nvPr/>
        </p:nvSpPr>
        <p:spPr>
          <a:xfrm rot="2700000">
            <a:off x="2112310" y="1188720"/>
            <a:ext cx="1280160" cy="1280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05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E433-8738-3D55-A81F-38E1E229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3E4409-1DEF-55F5-5457-3BAAD3C55234}"/>
              </a:ext>
            </a:extLst>
          </p:cNvPr>
          <p:cNvSpPr/>
          <p:nvPr/>
        </p:nvSpPr>
        <p:spPr>
          <a:xfrm>
            <a:off x="891540" y="640728"/>
            <a:ext cx="1828800" cy="182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2891118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</p:spTree>
    <p:extLst>
      <p:ext uri="{BB962C8B-B14F-4D97-AF65-F5344CB8AC3E}">
        <p14:creationId xmlns:p14="http://schemas.microsoft.com/office/powerpoint/2010/main" val="21577821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2891118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2C72DD-F0DD-400D-0192-133A46972607}"/>
              </a:ext>
            </a:extLst>
          </p:cNvPr>
          <p:cNvSpPr/>
          <p:nvPr/>
        </p:nvSpPr>
        <p:spPr>
          <a:xfrm rot="2700000">
            <a:off x="1005839" y="734343"/>
            <a:ext cx="164592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321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2891118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390E01-4D46-D700-8DEA-D20BC0854B6B}"/>
              </a:ext>
            </a:extLst>
          </p:cNvPr>
          <p:cNvSpPr/>
          <p:nvPr/>
        </p:nvSpPr>
        <p:spPr>
          <a:xfrm rot="2700000">
            <a:off x="293307" y="979713"/>
            <a:ext cx="1280160" cy="1280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1D7416-C811-07EB-60D8-84361C2A034C}"/>
              </a:ext>
            </a:extLst>
          </p:cNvPr>
          <p:cNvSpPr/>
          <p:nvPr/>
        </p:nvSpPr>
        <p:spPr>
          <a:xfrm rot="2700000">
            <a:off x="2122108" y="979714"/>
            <a:ext cx="1280160" cy="1280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383604"/>
            <a:ext cx="36576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600" b="1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WING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C160C-F44C-6D77-75C5-7D84B04B2074}"/>
              </a:ext>
            </a:extLst>
          </p:cNvPr>
          <p:cNvSpPr txBox="1"/>
          <p:nvPr/>
        </p:nvSpPr>
        <p:spPr>
          <a:xfrm>
            <a:off x="0" y="45866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 </a:t>
            </a:r>
            <a:r>
              <a:rPr lang="en-US" sz="6000" dirty="0" err="1">
                <a:latin typeface="Sitka Heading" pitchFamily="2" charset="0"/>
              </a:rPr>
              <a:t>F</a:t>
            </a:r>
            <a:r>
              <a:rPr lang="en-US" sz="6000" dirty="0">
                <a:latin typeface="Sitka Heading" pitchFamily="2" charset="0"/>
              </a:rPr>
              <a:t> I =</a:t>
            </a:r>
          </a:p>
        </p:txBody>
      </p:sp>
    </p:spTree>
    <p:extLst>
      <p:ext uri="{BB962C8B-B14F-4D97-AF65-F5344CB8AC3E}">
        <p14:creationId xmlns:p14="http://schemas.microsoft.com/office/powerpoint/2010/main" val="36819350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383604"/>
            <a:ext cx="36576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600" b="1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LEAD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C160C-F44C-6D77-75C5-7D84B04B2074}"/>
              </a:ext>
            </a:extLst>
          </p:cNvPr>
          <p:cNvSpPr txBox="1"/>
          <p:nvPr/>
        </p:nvSpPr>
        <p:spPr>
          <a:xfrm>
            <a:off x="0" y="45866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 </a:t>
            </a:r>
            <a:r>
              <a:rPr lang="en-US" sz="6000" dirty="0" err="1">
                <a:latin typeface="Sitka Heading" pitchFamily="2" charset="0"/>
              </a:rPr>
              <a:t>F</a:t>
            </a:r>
            <a:r>
              <a:rPr lang="en-US" sz="6000" dirty="0">
                <a:latin typeface="Sitka Heading" pitchFamily="2" charset="0"/>
              </a:rPr>
              <a:t> I =</a:t>
            </a:r>
          </a:p>
        </p:txBody>
      </p:sp>
    </p:spTree>
    <p:extLst>
      <p:ext uri="{BB962C8B-B14F-4D97-AF65-F5344CB8AC3E}">
        <p14:creationId xmlns:p14="http://schemas.microsoft.com/office/powerpoint/2010/main" val="2962781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1151019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978750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WING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A8842-17A9-7539-AC28-AA549968D48D}"/>
              </a:ext>
            </a:extLst>
          </p:cNvPr>
          <p:cNvSpPr txBox="1"/>
          <p:nvPr/>
        </p:nvSpPr>
        <p:spPr>
          <a:xfrm>
            <a:off x="0" y="13535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 </a:t>
            </a:r>
            <a:r>
              <a:rPr lang="en-US" sz="6000" dirty="0" err="1">
                <a:latin typeface="Sitka Heading" pitchFamily="2" charset="0"/>
              </a:rPr>
              <a:t>F</a:t>
            </a:r>
            <a:r>
              <a:rPr lang="en-US" sz="6000" dirty="0">
                <a:latin typeface="Sitka Heading" pitchFamily="2" charset="0"/>
              </a:rPr>
              <a:t> I =</a:t>
            </a:r>
          </a:p>
        </p:txBody>
      </p:sp>
    </p:spTree>
    <p:extLst>
      <p:ext uri="{BB962C8B-B14F-4D97-AF65-F5344CB8AC3E}">
        <p14:creationId xmlns:p14="http://schemas.microsoft.com/office/powerpoint/2010/main" val="23801365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1151019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978750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LEAD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A8842-17A9-7539-AC28-AA549968D48D}"/>
              </a:ext>
            </a:extLst>
          </p:cNvPr>
          <p:cNvSpPr txBox="1"/>
          <p:nvPr/>
        </p:nvSpPr>
        <p:spPr>
          <a:xfrm>
            <a:off x="0" y="13535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 </a:t>
            </a:r>
            <a:r>
              <a:rPr lang="en-US" sz="6000" dirty="0" err="1">
                <a:latin typeface="Sitka Heading" pitchFamily="2" charset="0"/>
              </a:rPr>
              <a:t>F</a:t>
            </a:r>
            <a:r>
              <a:rPr lang="en-US" sz="6000" dirty="0">
                <a:latin typeface="Sitka Heading" pitchFamily="2" charset="0"/>
              </a:rPr>
              <a:t> I =</a:t>
            </a:r>
          </a:p>
        </p:txBody>
      </p:sp>
    </p:spTree>
    <p:extLst>
      <p:ext uri="{BB962C8B-B14F-4D97-AF65-F5344CB8AC3E}">
        <p14:creationId xmlns:p14="http://schemas.microsoft.com/office/powerpoint/2010/main" val="6428769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383604"/>
            <a:ext cx="36576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600" b="1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WING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C160C-F44C-6D77-75C5-7D84B04B2074}"/>
              </a:ext>
            </a:extLst>
          </p:cNvPr>
          <p:cNvSpPr txBox="1"/>
          <p:nvPr/>
        </p:nvSpPr>
        <p:spPr>
          <a:xfrm>
            <a:off x="0" y="45866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FAST =</a:t>
            </a:r>
          </a:p>
        </p:txBody>
      </p:sp>
    </p:spTree>
    <p:extLst>
      <p:ext uri="{BB962C8B-B14F-4D97-AF65-F5344CB8AC3E}">
        <p14:creationId xmlns:p14="http://schemas.microsoft.com/office/powerpoint/2010/main" val="2481173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383604"/>
            <a:ext cx="36576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600" b="1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LEAD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C160C-F44C-6D77-75C5-7D84B04B2074}"/>
              </a:ext>
            </a:extLst>
          </p:cNvPr>
          <p:cNvSpPr txBox="1"/>
          <p:nvPr/>
        </p:nvSpPr>
        <p:spPr>
          <a:xfrm>
            <a:off x="0" y="45866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FAST =</a:t>
            </a:r>
          </a:p>
        </p:txBody>
      </p:sp>
    </p:spTree>
    <p:extLst>
      <p:ext uri="{BB962C8B-B14F-4D97-AF65-F5344CB8AC3E}">
        <p14:creationId xmlns:p14="http://schemas.microsoft.com/office/powerpoint/2010/main" val="1885724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1151019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978750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WING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A8842-17A9-7539-AC28-AA549968D48D}"/>
              </a:ext>
            </a:extLst>
          </p:cNvPr>
          <p:cNvSpPr txBox="1"/>
          <p:nvPr/>
        </p:nvSpPr>
        <p:spPr>
          <a:xfrm>
            <a:off x="0" y="13535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FAST =</a:t>
            </a:r>
          </a:p>
        </p:txBody>
      </p:sp>
    </p:spTree>
    <p:extLst>
      <p:ext uri="{BB962C8B-B14F-4D97-AF65-F5344CB8AC3E}">
        <p14:creationId xmlns:p14="http://schemas.microsoft.com/office/powerpoint/2010/main" val="10239508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3BD18-ADDF-D98C-01D5-CF8E215705BD}"/>
              </a:ext>
            </a:extLst>
          </p:cNvPr>
          <p:cNvSpPr txBox="1"/>
          <p:nvPr/>
        </p:nvSpPr>
        <p:spPr>
          <a:xfrm>
            <a:off x="0" y="1151019"/>
            <a:ext cx="36576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CANDIDATE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1DB3C-89E5-F1B6-5C1B-F5EBBABEEB85}"/>
              </a:ext>
            </a:extLst>
          </p:cNvPr>
          <p:cNvSpPr txBox="1"/>
          <p:nvPr/>
        </p:nvSpPr>
        <p:spPr>
          <a:xfrm>
            <a:off x="0" y="1978750"/>
            <a:ext cx="36576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latin typeface="Posterama" panose="020B0504020200020000" pitchFamily="34" charset="0"/>
                <a:ea typeface="Cambria" panose="02040503050406030204" pitchFamily="18" charset="0"/>
                <a:cs typeface="Posterama" panose="020B0504020200020000" pitchFamily="34" charset="0"/>
              </a:rPr>
              <a:t>LEAD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A8842-17A9-7539-AC28-AA549968D48D}"/>
              </a:ext>
            </a:extLst>
          </p:cNvPr>
          <p:cNvSpPr txBox="1"/>
          <p:nvPr/>
        </p:nvSpPr>
        <p:spPr>
          <a:xfrm>
            <a:off x="0" y="13535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Sitka Heading" pitchFamily="2" charset="0"/>
              </a:rPr>
              <a:t>= FAST =</a:t>
            </a:r>
          </a:p>
        </p:txBody>
      </p:sp>
    </p:spTree>
    <p:extLst>
      <p:ext uri="{BB962C8B-B14F-4D97-AF65-F5344CB8AC3E}">
        <p14:creationId xmlns:p14="http://schemas.microsoft.com/office/powerpoint/2010/main" val="303048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2403</TotalTime>
  <Words>191</Words>
  <Application>Microsoft Office PowerPoint</Application>
  <PresentationFormat>Custom</PresentationFormat>
  <Paragraphs>152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Aptos</vt:lpstr>
      <vt:lpstr>Aptos Display</vt:lpstr>
      <vt:lpstr>Arial</vt:lpstr>
      <vt:lpstr>Bahnschrift</vt:lpstr>
      <vt:lpstr>Cambria</vt:lpstr>
      <vt:lpstr>Myriad Pro</vt:lpstr>
      <vt:lpstr>Posterama</vt:lpstr>
      <vt:lpstr>Sitka Heading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Driscoll</dc:creator>
  <cp:lastModifiedBy>Dan Driscoll</cp:lastModifiedBy>
  <cp:revision>23</cp:revision>
  <dcterms:created xsi:type="dcterms:W3CDTF">2024-09-01T15:19:53Z</dcterms:created>
  <dcterms:modified xsi:type="dcterms:W3CDTF">2025-04-22T14:29:34Z</dcterms:modified>
</cp:coreProperties>
</file>